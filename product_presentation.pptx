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FFD130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סמכות הרישוי — צה״ל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מבחני תאוריה דיגיטלית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39319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FFD130">
              <a:alpha val="15000"/>
            </a:srgbClr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מבוסס דפדפן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39319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FFD130">
              <a:alpha val="15000"/>
            </a:srgbClr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884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7 שפות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94760" y="39319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FFD130">
              <a:alpha val="15000"/>
            </a:srgbClr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הקראה קולית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40680" y="39319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FFD130">
              <a:alpha val="15000"/>
            </a:srgbClr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אבטחה מלאה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86600" y="39319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FFD130">
              <a:alpha val="15000"/>
            </a:srgbClr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דוחות בזמן אמת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דיגיטלי?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היתרונות של מערכת דיגיטלית מול מבחנים בחוברות נייר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0" y="1280160"/>
            <a:ext cx="4114800" cy="3657600"/>
          </a:xfrm>
          <a:prstGeom prst="rect">
            <a:avLst/>
          </a:prstGeom>
          <a:solidFill>
            <a:srgbClr val="1A0505"/>
          </a:solidFill>
          <a:ln w="12700">
            <a:solidFill>
              <a:srgbClr val="3D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 חוברות נייר )שיטה ישנה(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92040" y="17373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שאלות לא מעודכנות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כולם מקבלים אותן שאלות — קל להעתיק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בדיקה ידנית — טעויות אנוש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בזבוז נייר — מאות חוברות לפח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אין משוב מפורט לנבחן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אין נתונים סטטיסטיים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אין תמיכה בשמע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לוגיסטיקה מורכבת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4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אין תרגול מובנה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14800" cy="365760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מערכת דיגיטלית )שיטה חדשה(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מאגר מעודכן תמיד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מבחן ייחודי לכל נבחן — בלתי אפשרי להעתיק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בדיקה אוטומטית ומדויקת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חיסכון מלא בנייר — אפס הדפסות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משוב מפורט בשפת הנבחן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דוחות וסטטיסטיקות בזמן אמת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הקראה קולית ב-7 שפות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אפס לוגיסטיקה — עובד מהטלפון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4 מצבי תרגול מובנים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מוצרים, פלטפורמה אחת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מבחנים רשמיים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בוחן + דף נבחן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23317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סשן מבחן עם קוד QR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פיקוח נבחנים בזמן אמת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פסילה אוטומטית + ביטול פסילה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דוחות PDF, WA, SMS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דו"ח מנהל אתר + מפקד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עד 50 נבחנים בסשן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ולמידה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מורה + דף תלמיד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מבחן תרגול — סימולציה מלאה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תרגול לפי נושא עם משוב מיידי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כרטיסיות )Flashcards(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חזרה מרווחת — למידה חכמה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הקראה קולית מלאה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ניהול כיתה + מעקב תלמידים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יכולות מרכזיות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126480" y="9144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דפדפן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572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התקנה — טלפון, טאבלט, מחשב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שפות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עברית, רוסית, ערבית, אנגלית, צרפתית, ספרדית, אמהרית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הקראה קולית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572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קול )גבר/אישה( ומהירות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670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מרובת שכבות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טוקן, הצפנה, זיהוי מעבר מסך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2860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2670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 מתקדמים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ניתוח קטגוריות, מפת חום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2670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אמת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2944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מיידי — רישום, סיום, פסילה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6576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730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ביטול פסילה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הנבחן ממשיך מאותו מקום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6576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730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29184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למידה חכמה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מרווחת — שאלות ממוקדות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2560320" cy="11887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30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שיתוף תוצאות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315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SMS, קישור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המבחן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שאלות · 40 דקות · ציון עובר: 86% )26/30(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822960"/>
                <a:gridCol w="731520"/>
                <a:gridCol w="1005840"/>
                <a:gridCol w="822960"/>
                <a:gridCol w="146304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ספציפי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תמרורים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הכרת הרכב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בטיחות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תיאור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דרגה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רכב פרטי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טרקטור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משא קל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משא כבד / גורר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D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אוטובוס / מונית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נבחרות אקראית מכל קטגוריה · סדר תשובות מעורבב · שאלות "זכות קדימה" נכללות בכל הדרגות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במספרים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במאגר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192024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6032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דרגות רישיון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192024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נתמכות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192024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665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תרגול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ב-7 שפות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שאלה מתורגמת באופן מקצועי — כולל מונחים טכניים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924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4924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05356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5356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05356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רוסית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75788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5788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75788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ערבית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46220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6220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46220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אנגלית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6652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6652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6652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צרפתית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87084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87084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ספרדית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57516" y="1645920"/>
            <a:ext cx="1051560" cy="146304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7516" y="1783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557516" y="25603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אמהרית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ממשק — שאלות, תשובות, הקראה קולית ומשוב — זמין בכל שפה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ומניעת רמאות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60520" cy="178308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87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צד שרת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טוקן אימות — תוקף 12 שעות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סיסמה מוצפנת + נעילה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חישוב ציון בשרת בלבד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הגבלת 50 נבחנים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535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אנטי-צ'יט בטלפון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מעבר אפליקציה — 3 אזהרות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שיחה 5+ שניות = פסילה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פיצול מסך )65% &gt;(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התעלמות מניתוקים &lt; 2 שניות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78308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87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אנטי-צ'יט מחמיר במחשב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מסך מלא חובה — יציאה = פסילה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Alt+Tab = פסילה תוך 2ש' )ללא אזהרות(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Snap / שינוי גודל )90% &gt;(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0 ms סובלנות ל-blur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535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התאוששות חכמה + בקרה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29184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ביטול פסילה — המשך מאותו מקום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שמירת מצב מבחן + איפוס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דשבורד מפקד + מנהל אתר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מפת חום + ניתוח נושאים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בכיתת מחשבים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אוטומטית של קיצורי דרך ל-30+ מחשבי כיתה — במצב אפליקציה ייעודי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16459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075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חבילת התקנה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install-teacher.bat — 4 קיצורים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install-student.bat — 2 קיצורים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הורדת אייקונים אוטומטית + ICO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Edge / Chrome --app=URL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4160520" cy="16459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90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מצב אפליקציה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חלון נקי — ללא שורת כתובת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ללא טאבים — מונע גלישה מקבילה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אכיפת מסך מלא חזקה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שמות בעברית: בוחן/מורה/נבחן/תרגול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60520" cy="16459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075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אכיפה מחמירה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זיהוי אוטומטי של סוג המכשיר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מסך מלא חובה מתחילת המבחן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Alt+Tab = פסילה תוך 2 שניות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הוראות מותאמות PC לנבחן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4160520" cy="1645920"/>
          </a:xfrm>
          <a:prstGeom prst="rect">
            <a:avLst/>
          </a:prstGeom>
          <a:solidFill>
            <a:srgbClr val="222222"/>
          </a:solidFill>
          <a:ln w="6350">
            <a:solidFill>
              <a:srgbClr val="FFD130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90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פריסה ל-30 מחשבים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העתקת תיקיית deployment/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הרצת BAT פעם אחת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אפשרות פריסה דרך GPO/PsExec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אין צורך בהתקנת תוכנות נוספות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FFD130">
              <a:alpha val="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סמכות הרישוי — צה״ל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מבחני תאוריה דיגיטלית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2377440" cy="13716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מבחנים רשמיים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בוחן + נבחן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מלאה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017520"/>
            <a:ext cx="2377440" cy="13716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ולמידה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מורה + תלמיד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מצבי למידה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017520"/>
            <a:ext cx="2377440" cy="13716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D130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3504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ובקרה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3504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דשבורד מפקד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סטטיסטיקות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D1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סמכות הרישוי צה״ל — מערכת מבחני תאוריה דיגיטלית</dc:title>
  <dc:subject>PptxGenJS Presentation</dc:subject>
  <dc:creator>Vitaly Gitelman</dc:creator>
  <cp:lastModifiedBy>Vitaly Gitelman</cp:lastModifiedBy>
  <cp:revision>1</cp:revision>
  <dcterms:created xsi:type="dcterms:W3CDTF">2026-04-23T03:18:53Z</dcterms:created>
  <dcterms:modified xsi:type="dcterms:W3CDTF">2026-04-23T03:18:53Z</dcterms:modified>
</cp:coreProperties>
</file>